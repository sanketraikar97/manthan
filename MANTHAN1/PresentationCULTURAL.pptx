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70" r:id="rId2"/>
    <p:sldId id="258" r:id="rId3"/>
    <p:sldId id="271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2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8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5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4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32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2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6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2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176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70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6601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45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66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7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04F1B-4DF9-4D70-908D-5B69B7B4B33F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E81475-C58C-47C9-A27F-6E7AFA5D9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448" y="583963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accent2"/>
                </a:solidFill>
              </a:rPr>
              <a:t>BANGALORE INSTITUTE OF TECHNOLOGY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20617" y="3785786"/>
            <a:ext cx="711010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MANTHAN</a:t>
            </a:r>
            <a:r>
              <a:rPr lang="en-US" sz="5400" dirty="0">
                <a:ln w="0"/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 </a:t>
            </a:r>
            <a:r>
              <a:rPr lang="en-US" sz="5400" dirty="0" smtClean="0">
                <a:ln w="0"/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2k19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CULTURAL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69" y="511635"/>
            <a:ext cx="761957" cy="88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5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CULTURAL COMMITEE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INCHARGE 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PRADEEP.C.R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:                       ANAGHA .A.R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			  ABHISHEK HIREMATH 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			  YASHAS  M GOWDA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SUB-CORE 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AISHWARYA B S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	  ROHITH SINGH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	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MANJU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GUDDAKAYU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SUB-CORE :             RAJAT SAHAY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		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SANKET C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RAIKAR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		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KRUTHI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62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EVENT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 smtClean="0"/>
              <a:t>CULTURAL EVENTS</a:t>
            </a:r>
          </a:p>
          <a:p>
            <a:pPr>
              <a:buFont typeface="+mj-lt"/>
              <a:buAutoNum type="arabicPeriod"/>
            </a:pPr>
            <a:endParaRPr lang="en-US" sz="2400" b="1" dirty="0"/>
          </a:p>
          <a:p>
            <a:pPr>
              <a:buFont typeface="+mj-lt"/>
              <a:buAutoNum type="arabicPeriod"/>
            </a:pPr>
            <a:r>
              <a:rPr lang="en-US" sz="2400" b="1" dirty="0" smtClean="0"/>
              <a:t>FLASH MOB</a:t>
            </a:r>
          </a:p>
          <a:p>
            <a:pPr>
              <a:buFont typeface="+mj-lt"/>
              <a:buAutoNum type="arabicPeriod"/>
            </a:pPr>
            <a:endParaRPr lang="en-US" sz="2400" b="1" dirty="0"/>
          </a:p>
          <a:p>
            <a:pPr>
              <a:buFont typeface="+mj-lt"/>
              <a:buAutoNum type="arabicPeriod"/>
            </a:pPr>
            <a:r>
              <a:rPr lang="en-US" sz="2400" b="1" dirty="0" smtClean="0"/>
              <a:t>FILLERS</a:t>
            </a:r>
          </a:p>
        </p:txBody>
      </p:sp>
    </p:spTree>
    <p:extLst>
      <p:ext uri="{BB962C8B-B14F-4D97-AF65-F5344CB8AC3E}">
        <p14:creationId xmlns:p14="http://schemas.microsoft.com/office/powerpoint/2010/main" val="239062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CULTURAL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 STAGE EVENTS</a:t>
            </a:r>
          </a:p>
          <a:p>
            <a:endParaRPr lang="en-US" dirty="0"/>
          </a:p>
          <a:p>
            <a:r>
              <a:rPr lang="en-US" dirty="0" smtClean="0"/>
              <a:t>FUN EVENTS</a:t>
            </a:r>
          </a:p>
          <a:p>
            <a:endParaRPr lang="en-US" dirty="0"/>
          </a:p>
          <a:p>
            <a:r>
              <a:rPr lang="en-US" dirty="0" smtClean="0"/>
              <a:t>GENERAL EVENTS</a:t>
            </a:r>
          </a:p>
          <a:p>
            <a:endParaRPr lang="en-US" dirty="0"/>
          </a:p>
          <a:p>
            <a:r>
              <a:rPr lang="en-US" dirty="0" smtClean="0"/>
              <a:t>SPORTS EVENTS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15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MAIN STAGE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FASHION SHOW</a:t>
            </a:r>
          </a:p>
          <a:p>
            <a:r>
              <a:rPr lang="en-US" dirty="0" smtClean="0"/>
              <a:t>Mr. and Ms. MANTHAN</a:t>
            </a:r>
          </a:p>
          <a:p>
            <a:r>
              <a:rPr lang="en-US" dirty="0" smtClean="0"/>
              <a:t>MAD ADS</a:t>
            </a:r>
          </a:p>
          <a:p>
            <a:r>
              <a:rPr lang="en-US" dirty="0" smtClean="0"/>
              <a:t>GROUP DANCE</a:t>
            </a:r>
          </a:p>
          <a:p>
            <a:r>
              <a:rPr lang="en-US" dirty="0" smtClean="0"/>
              <a:t>BATLLE OF BANDS</a:t>
            </a:r>
          </a:p>
          <a:p>
            <a:r>
              <a:rPr lang="en-US" dirty="0" smtClean="0"/>
              <a:t>AIR CRASH!!</a:t>
            </a:r>
          </a:p>
          <a:p>
            <a:r>
              <a:rPr lang="en-US" dirty="0" smtClean="0"/>
              <a:t>STAND UP COMEDY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50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FUN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1706"/>
            <a:ext cx="8596668" cy="4454896"/>
          </a:xfrm>
        </p:spPr>
        <p:txBody>
          <a:bodyPr/>
          <a:lstStyle/>
          <a:p>
            <a:r>
              <a:rPr lang="en-US" dirty="0" smtClean="0"/>
              <a:t>ARM WRESTLING</a:t>
            </a:r>
          </a:p>
          <a:p>
            <a:r>
              <a:rPr lang="en-US" dirty="0" smtClean="0"/>
              <a:t>SLOW DRAG</a:t>
            </a:r>
          </a:p>
          <a:p>
            <a:r>
              <a:rPr lang="en-US" dirty="0" smtClean="0"/>
              <a:t>GIANT ZENGA</a:t>
            </a:r>
          </a:p>
          <a:p>
            <a:r>
              <a:rPr lang="en-US" dirty="0" smtClean="0"/>
              <a:t>SURVIVAL INSTINCT</a:t>
            </a:r>
          </a:p>
          <a:p>
            <a:r>
              <a:rPr lang="en-US" dirty="0" smtClean="0"/>
              <a:t>PANI PURI TAKKAR</a:t>
            </a:r>
          </a:p>
          <a:p>
            <a:r>
              <a:rPr lang="en-US" dirty="0" smtClean="0"/>
              <a:t>BAKASURA</a:t>
            </a:r>
          </a:p>
          <a:p>
            <a:r>
              <a:rPr lang="en-US" dirty="0" smtClean="0"/>
              <a:t>BEG BORROW STEAL</a:t>
            </a:r>
          </a:p>
          <a:p>
            <a:r>
              <a:rPr lang="en-US" dirty="0" smtClean="0"/>
              <a:t>FUN FOR FOUR</a:t>
            </a:r>
          </a:p>
          <a:p>
            <a:r>
              <a:rPr lang="en-US" dirty="0" smtClean="0"/>
              <a:t>FOOSBALL</a:t>
            </a:r>
          </a:p>
          <a:p>
            <a:r>
              <a:rPr lang="en-US" dirty="0" smtClean="0"/>
              <a:t>TITAN GAMES</a:t>
            </a:r>
          </a:p>
          <a:p>
            <a:r>
              <a:rPr lang="en-US" dirty="0" smtClean="0"/>
              <a:t>CHINNADA BETE</a:t>
            </a:r>
          </a:p>
        </p:txBody>
      </p:sp>
    </p:spTree>
    <p:extLst>
      <p:ext uri="{BB962C8B-B14F-4D97-AF65-F5344CB8AC3E}">
        <p14:creationId xmlns:p14="http://schemas.microsoft.com/office/powerpoint/2010/main" val="13517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GENERAL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70947"/>
          </a:xfrm>
        </p:spPr>
        <p:txBody>
          <a:bodyPr/>
          <a:lstStyle/>
          <a:p>
            <a:r>
              <a:rPr lang="en-US" dirty="0" smtClean="0"/>
              <a:t>COOKING WITHOUT FIRE</a:t>
            </a:r>
          </a:p>
          <a:p>
            <a:r>
              <a:rPr lang="en-US" dirty="0" smtClean="0"/>
              <a:t>SPEED NETWORKING</a:t>
            </a:r>
          </a:p>
          <a:p>
            <a:r>
              <a:rPr lang="en-US" dirty="0" smtClean="0"/>
              <a:t>MARVEL</a:t>
            </a:r>
          </a:p>
          <a:p>
            <a:r>
              <a:rPr lang="en-US" dirty="0" smtClean="0"/>
              <a:t>F.R.I.E.N.D.S QUIZ</a:t>
            </a:r>
          </a:p>
          <a:p>
            <a:r>
              <a:rPr lang="en-US" dirty="0" smtClean="0"/>
              <a:t>PITCH DECK</a:t>
            </a:r>
          </a:p>
          <a:p>
            <a:r>
              <a:rPr lang="en-US" dirty="0" smtClean="0"/>
              <a:t>LETS GET LYRICAL</a:t>
            </a:r>
          </a:p>
          <a:p>
            <a:r>
              <a:rPr lang="en-US" dirty="0" smtClean="0"/>
              <a:t>SHORT FILM CONTEST</a:t>
            </a:r>
          </a:p>
          <a:p>
            <a:r>
              <a:rPr lang="en-US" dirty="0" smtClean="0"/>
              <a:t>LUCIA</a:t>
            </a:r>
          </a:p>
          <a:p>
            <a:r>
              <a:rPr lang="en-US" dirty="0" smtClean="0"/>
              <a:t>JANARA JAGALI</a:t>
            </a:r>
          </a:p>
          <a:p>
            <a:r>
              <a:rPr lang="en-US" dirty="0" smtClean="0"/>
              <a:t>ANTHYAKSHARI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9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SPORTS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GULLY CRICKET</a:t>
            </a:r>
          </a:p>
          <a:p>
            <a:r>
              <a:rPr lang="en-US" dirty="0" smtClean="0"/>
              <a:t>TUG OF WAR</a:t>
            </a:r>
          </a:p>
          <a:p>
            <a:r>
              <a:rPr lang="en-US" dirty="0" smtClean="0"/>
              <a:t>CARROM</a:t>
            </a:r>
          </a:p>
          <a:p>
            <a:r>
              <a:rPr lang="en-US" dirty="0" smtClean="0"/>
              <a:t>STREET FOOTBALL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3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CULTURAL EVENT LIST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878873"/>
              </p:ext>
            </p:extLst>
          </p:nvPr>
        </p:nvGraphicFramePr>
        <p:xfrm>
          <a:off x="2264635" y="1222051"/>
          <a:ext cx="5665863" cy="55856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6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SL.NO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EVENT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BUDGET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COOKING WITHOUT FIRE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2500 /-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BEG BORROW STEAL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3560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JAANARA JAGALI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5000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KANNADA ANTHYAKSHARI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3000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LUCIA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3000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6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SAMSKRUTHI SHORT FILM</a:t>
                      </a:r>
                      <a:endParaRPr lang="en-US" sz="11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IN" sz="1100" dirty="0">
                          <a:effectLst/>
                        </a:rPr>
                        <a:t>KIRU CHITRA</a:t>
                      </a:r>
                      <a:endParaRPr lang="en-US" sz="11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IN" sz="1100" dirty="0">
                          <a:effectLst/>
                        </a:rPr>
                        <a:t>3 MIN SHORT FILMS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11500 /-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2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CARROM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3000 /-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6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GULLY CRICKET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17000 /-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PANI PURI TAKKAR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8000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LET’S GET LYRICAL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3000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SLOW DRAG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4250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SURVIVAL INSTINCT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4000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ARM WRESTLING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SPONSORS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5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FOOSBALL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7200 /-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302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BAKASURA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14000 /-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(TRYING FOR SPONSORS)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6302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16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BATTLE OF BANDS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50000 /-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509" marR="34509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23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062832"/>
              </p:ext>
            </p:extLst>
          </p:nvPr>
        </p:nvGraphicFramePr>
        <p:xfrm>
          <a:off x="1162229" y="256376"/>
          <a:ext cx="7101554" cy="64948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SL.NO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EVENT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BUDGET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5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DIL SE DANCE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12000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6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STANDUP COMEDY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9000 /-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19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MAD ADS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20000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GROUP DANCE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22000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MR AND MS MANTHAN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15000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2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AIR CRASH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15000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6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23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FASHION SHOW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90000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PITCH DECK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3000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65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25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TITAN GAMES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5000 /-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26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F.R.I.E.N.D.S QUIZ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2500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MARVEL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1700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965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28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GIANT ZENGA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2100/-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323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29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SPEED NETWORKING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700 /-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(CANOPY TO BE ARRANGED)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30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CHINNADA BETE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3500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31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TUG OF WAR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6000 /-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86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32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FUN FOR FOUR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5000 /-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33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>
                          <a:effectLst/>
                        </a:rPr>
                        <a:t>STREET FOOTBALL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</a:rPr>
                        <a:t>8000 /-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97" marR="37097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01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OVERALL BUDGET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TOTAL </a:t>
            </a:r>
            <a:r>
              <a:rPr lang="en-IN" b="1" dirty="0" smtClean="0"/>
              <a:t>AMOUNT: </a:t>
            </a:r>
            <a:r>
              <a:rPr lang="en-IN" b="1" dirty="0" smtClean="0"/>
              <a:t>Rs.2,59,510 </a:t>
            </a:r>
            <a:r>
              <a:rPr lang="en-IN" b="1" dirty="0" smtClean="0"/>
              <a:t>/-</a:t>
            </a:r>
            <a:endParaRPr lang="en-US" dirty="0"/>
          </a:p>
          <a:p>
            <a:r>
              <a:rPr lang="en-IN" b="1" dirty="0"/>
              <a:t>REQUIREMENTS </a:t>
            </a:r>
            <a:r>
              <a:rPr lang="en-IN" b="1" dirty="0" smtClean="0"/>
              <a:t>AMOUNT: Rs.35,000 /-</a:t>
            </a:r>
            <a:endParaRPr lang="en-US" dirty="0"/>
          </a:p>
          <a:p>
            <a:r>
              <a:rPr lang="en-IN" b="1" dirty="0"/>
              <a:t>TOTAL </a:t>
            </a:r>
            <a:r>
              <a:rPr lang="en-IN" b="1" dirty="0" smtClean="0"/>
              <a:t>BUDGET</a:t>
            </a:r>
            <a:r>
              <a:rPr lang="en-IN" b="1" smtClean="0"/>
              <a:t>: </a:t>
            </a:r>
            <a:r>
              <a:rPr lang="en-IN" b="1" smtClean="0"/>
              <a:t>Rs.2,94,510 </a:t>
            </a:r>
            <a:r>
              <a:rPr lang="en-IN" b="1" dirty="0" smtClean="0"/>
              <a:t>/-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70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FLASH MOB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+mj-lt"/>
              </a:rPr>
              <a:t>SCHEDULE FOR FLASH MOB :</a:t>
            </a:r>
          </a:p>
          <a:p>
            <a:r>
              <a:rPr lang="en-US" dirty="0" smtClean="0">
                <a:latin typeface="+mj-lt"/>
              </a:rPr>
              <a:t>22</a:t>
            </a:r>
            <a:r>
              <a:rPr lang="en-US" baseline="30000" dirty="0" smtClean="0">
                <a:latin typeface="+mj-lt"/>
              </a:rPr>
              <a:t>nd</a:t>
            </a:r>
            <a:r>
              <a:rPr lang="en-US" dirty="0" smtClean="0">
                <a:latin typeface="+mj-lt"/>
              </a:rPr>
              <a:t> APRIL – LOGO LAUNCH BY STUDENTS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                      BASIC SCIENCE and EIE</a:t>
            </a:r>
          </a:p>
          <a:p>
            <a:r>
              <a:rPr lang="en-US" dirty="0" smtClean="0">
                <a:latin typeface="+mj-lt"/>
              </a:rPr>
              <a:t>23</a:t>
            </a:r>
            <a:r>
              <a:rPr lang="en-US" baseline="30000" dirty="0" smtClean="0">
                <a:latin typeface="+mj-lt"/>
              </a:rPr>
              <a:t>rd</a:t>
            </a:r>
            <a:r>
              <a:rPr lang="en-US" dirty="0" smtClean="0">
                <a:latin typeface="+mj-lt"/>
              </a:rPr>
              <a:t> APRIL – EEE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                 	   MBA and MCA</a:t>
            </a:r>
          </a:p>
          <a:p>
            <a:r>
              <a:rPr lang="en-US" dirty="0" smtClean="0">
                <a:latin typeface="+mj-lt"/>
              </a:rPr>
              <a:t>24</a:t>
            </a:r>
            <a:r>
              <a:rPr lang="en-US" baseline="30000" dirty="0" smtClean="0">
                <a:latin typeface="+mj-lt"/>
              </a:rPr>
              <a:t>th</a:t>
            </a:r>
            <a:r>
              <a:rPr lang="en-US" dirty="0" smtClean="0">
                <a:latin typeface="+mj-lt"/>
              </a:rPr>
              <a:t> APRIL – CIVIL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                      CS and IS</a:t>
            </a:r>
          </a:p>
          <a:p>
            <a:r>
              <a:rPr lang="en-US" dirty="0" smtClean="0">
                <a:latin typeface="+mj-lt"/>
              </a:rPr>
              <a:t>25</a:t>
            </a:r>
            <a:r>
              <a:rPr lang="en-US" baseline="30000" dirty="0" smtClean="0">
                <a:latin typeface="+mj-lt"/>
              </a:rPr>
              <a:t>th</a:t>
            </a:r>
            <a:r>
              <a:rPr lang="en-US" dirty="0" smtClean="0">
                <a:latin typeface="+mj-lt"/>
              </a:rPr>
              <a:t> APRIL – MECHANICAL and IEM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                      EC and TC</a:t>
            </a:r>
          </a:p>
          <a:p>
            <a:pPr marL="0" indent="0">
              <a:buNone/>
            </a:pPr>
            <a:endParaRPr lang="en-US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116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FILLERS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STAGE PERFORMANCE BY COLLEGE DANCE TEAMS</a:t>
            </a:r>
          </a:p>
          <a:p>
            <a:endParaRPr lang="en-US" dirty="0"/>
          </a:p>
          <a:p>
            <a:r>
              <a:rPr lang="en-US" dirty="0" smtClean="0"/>
              <a:t>STAGE PERFORMANCE BY COLLEGE MUSICAL TEAM</a:t>
            </a:r>
          </a:p>
          <a:p>
            <a:endParaRPr lang="en-US" dirty="0"/>
          </a:p>
          <a:p>
            <a:r>
              <a:rPr lang="en-US" dirty="0" smtClean="0"/>
              <a:t>STUDENT FILLERS</a:t>
            </a:r>
          </a:p>
        </p:txBody>
      </p:sp>
    </p:spTree>
    <p:extLst>
      <p:ext uri="{BB962C8B-B14F-4D97-AF65-F5344CB8AC3E}">
        <p14:creationId xmlns:p14="http://schemas.microsoft.com/office/powerpoint/2010/main" val="139149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</TotalTime>
  <Words>370</Words>
  <Application>Microsoft Office PowerPoint</Application>
  <PresentationFormat>Widescreen</PresentationFormat>
  <Paragraphs>219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Times New Roman</vt:lpstr>
      <vt:lpstr>Trebuchet MS</vt:lpstr>
      <vt:lpstr>Wingdings 3</vt:lpstr>
      <vt:lpstr>Facet</vt:lpstr>
      <vt:lpstr>BANGALORE INSTITUTE OF TECHNOLOGY</vt:lpstr>
      <vt:lpstr>CULTURAL COMMITEE</vt:lpstr>
      <vt:lpstr>EVENT DISTRIBUTION</vt:lpstr>
      <vt:lpstr>CULTURAL EVENTS</vt:lpstr>
      <vt:lpstr>MAIN STAGE EVENTS</vt:lpstr>
      <vt:lpstr>FUN EVENTS</vt:lpstr>
      <vt:lpstr>GENERAL EVENTS</vt:lpstr>
      <vt:lpstr>SPORTS EVENTS</vt:lpstr>
      <vt:lpstr>CULTURAL EVENT LIST</vt:lpstr>
      <vt:lpstr>PowerPoint Presentation</vt:lpstr>
      <vt:lpstr>OVERALL BUDGET</vt:lpstr>
      <vt:lpstr>FLASH MOB</vt:lpstr>
      <vt:lpstr>FILLERS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SANK'S PC</cp:lastModifiedBy>
  <cp:revision>14</cp:revision>
  <dcterms:created xsi:type="dcterms:W3CDTF">2019-04-08T05:13:41Z</dcterms:created>
  <dcterms:modified xsi:type="dcterms:W3CDTF">2019-04-22T08:54:37Z</dcterms:modified>
</cp:coreProperties>
</file>