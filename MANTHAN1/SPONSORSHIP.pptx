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8" r:id="rId2"/>
    <p:sldId id="256" r:id="rId3"/>
    <p:sldId id="259" r:id="rId4"/>
    <p:sldId id="260" r:id="rId5"/>
    <p:sldId id="262" r:id="rId6"/>
    <p:sldId id="25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F6A9D3-8C72-441E-A05A-03656280ABD4}">
          <p14:sldIdLst>
            <p14:sldId id="258"/>
            <p14:sldId id="256"/>
            <p14:sldId id="259"/>
            <p14:sldId id="260"/>
            <p14:sldId id="262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84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747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55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415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267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58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422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11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17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62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907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39CE872A-6287-4349-A0FD-3A35C39D66D5}" type="datetimeFigureOut">
              <a:rPr lang="en-IN" smtClean="0"/>
              <a:t>08-04-2019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28B1955-41CE-4975-8E62-1E0ADD82392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709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FCC6-2DA3-47C2-84CA-0471AB42E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2364" y="1686585"/>
            <a:ext cx="7772400" cy="1463040"/>
          </a:xfrm>
        </p:spPr>
        <p:txBody>
          <a:bodyPr>
            <a:noAutofit/>
          </a:bodyPr>
          <a:lstStyle/>
          <a:p>
            <a:r>
              <a:rPr lang="en-IN" sz="10000" b="1" dirty="0"/>
              <a:t>MANTHAN</a:t>
            </a:r>
            <a:br>
              <a:rPr lang="en-IN" sz="10000" b="1" dirty="0"/>
            </a:br>
            <a:r>
              <a:rPr lang="en-IN" sz="10000" b="1" dirty="0"/>
              <a:t>2019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D4D0E-D4F5-4C78-B0D7-E309A37F8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3248" y="4960137"/>
            <a:ext cx="5521910" cy="1463040"/>
          </a:xfrm>
        </p:spPr>
        <p:txBody>
          <a:bodyPr>
            <a:normAutofit/>
          </a:bodyPr>
          <a:lstStyle/>
          <a:p>
            <a:r>
              <a:rPr lang="en-IN" sz="3600" b="1" dirty="0"/>
              <a:t>SPONSORSHIP </a:t>
            </a:r>
          </a:p>
          <a:p>
            <a:r>
              <a:rPr lang="en-IN" sz="3600" b="1" dirty="0"/>
              <a:t>TEAM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9952FF-4DF6-4FBE-A3D6-DBC8FD39C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03" y="578548"/>
            <a:ext cx="28575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14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533E4B-3764-4F25-8C91-1BF12F98E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1484" y="2215689"/>
            <a:ext cx="9144000" cy="1655762"/>
          </a:xfrm>
        </p:spPr>
        <p:txBody>
          <a:bodyPr>
            <a:normAutofit fontScale="62500" lnSpcReduction="20000"/>
          </a:bodyPr>
          <a:lstStyle/>
          <a:p>
            <a:endParaRPr lang="en-IN" sz="192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765337-766B-4E6A-A6BF-FFB4BA30DBD1}"/>
              </a:ext>
            </a:extLst>
          </p:cNvPr>
          <p:cNvSpPr txBox="1"/>
          <p:nvPr/>
        </p:nvSpPr>
        <p:spPr>
          <a:xfrm>
            <a:off x="196646" y="161359"/>
            <a:ext cx="1245747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CORE</a:t>
            </a:r>
          </a:p>
          <a:p>
            <a:r>
              <a:rPr lang="en-IN" sz="3600" dirty="0"/>
              <a:t>      </a:t>
            </a:r>
          </a:p>
          <a:p>
            <a:r>
              <a:rPr lang="en-IN" sz="2800" dirty="0"/>
              <a:t>                              PRIYANSH SRIVASTAVA- +91 7411627686</a:t>
            </a:r>
          </a:p>
          <a:p>
            <a:r>
              <a:rPr lang="en-IN" sz="2800" dirty="0"/>
              <a:t>                             ABHISHEK JAIN- +91 8884327023</a:t>
            </a:r>
          </a:p>
          <a:p>
            <a:endParaRPr lang="en-IN" sz="3200" b="1" dirty="0"/>
          </a:p>
          <a:p>
            <a:r>
              <a:rPr lang="en-IN" sz="2800" b="1" u="sng" dirty="0"/>
              <a:t>HEAD SUB-CORE</a:t>
            </a:r>
          </a:p>
          <a:p>
            <a:r>
              <a:rPr lang="en-IN" sz="3600" dirty="0"/>
              <a:t>            </a:t>
            </a:r>
          </a:p>
          <a:p>
            <a:r>
              <a:rPr lang="en-IN" sz="2800" dirty="0"/>
              <a:t>                              SAJAN OSWAL- +91 8088884152</a:t>
            </a:r>
            <a:endParaRPr lang="en-IN" sz="3200" b="1" dirty="0"/>
          </a:p>
          <a:p>
            <a:r>
              <a:rPr lang="en-IN" sz="2800" b="1" u="sng" dirty="0"/>
              <a:t>SUB-CORE</a:t>
            </a:r>
          </a:p>
          <a:p>
            <a:r>
              <a:rPr lang="en-IN" sz="2800" dirty="0"/>
              <a:t>             </a:t>
            </a:r>
          </a:p>
          <a:p>
            <a:r>
              <a:rPr lang="en-IN" sz="2800" dirty="0"/>
              <a:t>                              SHUBHAM DAVE - +91 9571158373</a:t>
            </a:r>
          </a:p>
          <a:p>
            <a:r>
              <a:rPr lang="en-IN" sz="2800" dirty="0"/>
              <a:t>                              CHANDANA B. - +91 9743917044</a:t>
            </a:r>
          </a:p>
          <a:p>
            <a:r>
              <a:rPr lang="en-IN" sz="2800" dirty="0"/>
              <a:t>                              SNEHA VENKATESH - +91 7022379830 </a:t>
            </a:r>
          </a:p>
          <a:p>
            <a:r>
              <a:rPr lang="en-IN" sz="2800" dirty="0"/>
              <a:t>                              SYEDA ISHRAQ - +91 7338130050</a:t>
            </a:r>
          </a:p>
          <a:p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07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45797-2488-4293-A129-3BF7EC7B9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8861" y="701624"/>
            <a:ext cx="10515600" cy="1325563"/>
          </a:xfrm>
        </p:spPr>
        <p:txBody>
          <a:bodyPr/>
          <a:lstStyle/>
          <a:p>
            <a:r>
              <a:rPr lang="en-IN" b="1" dirty="0"/>
              <a:t>      CONFIRMED SPONSORS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4A96D-324A-4255-B3BF-A01D863CB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                                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A919FE-3966-430A-BA81-D73303F0B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248234"/>
              </p:ext>
            </p:extLst>
          </p:nvPr>
        </p:nvGraphicFramePr>
        <p:xfrm>
          <a:off x="738444" y="1965960"/>
          <a:ext cx="10291438" cy="4663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192911">
                  <a:extLst>
                    <a:ext uri="{9D8B030D-6E8A-4147-A177-3AD203B41FA5}">
                      <a16:colId xmlns:a16="http://schemas.microsoft.com/office/drawing/2014/main" val="2998247794"/>
                    </a:ext>
                  </a:extLst>
                </a:gridCol>
                <a:gridCol w="5098527">
                  <a:extLst>
                    <a:ext uri="{9D8B030D-6E8A-4147-A177-3AD203B41FA5}">
                      <a16:colId xmlns:a16="http://schemas.microsoft.com/office/drawing/2014/main" val="4072816786"/>
                    </a:ext>
                  </a:extLst>
                </a:gridCol>
              </a:tblGrid>
              <a:tr h="581016">
                <a:tc>
                  <a:txBody>
                    <a:bodyPr/>
                    <a:lstStyle/>
                    <a:p>
                      <a:r>
                        <a:rPr lang="en-IN" sz="4000" dirty="0"/>
                        <a:t>COMPANY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605393"/>
                  </a:ext>
                </a:extLst>
              </a:tr>
              <a:tr h="884155">
                <a:tc>
                  <a:txBody>
                    <a:bodyPr/>
                    <a:lstStyle/>
                    <a:p>
                      <a:r>
                        <a:rPr lang="en-IN" sz="3200" dirty="0"/>
                        <a:t>SRI DATRI DEVELOPERS &amp; PROMOTERS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3,50,000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63673"/>
                  </a:ext>
                </a:extLst>
              </a:tr>
              <a:tr h="479970">
                <a:tc>
                  <a:txBody>
                    <a:bodyPr/>
                    <a:lstStyle/>
                    <a:p>
                      <a:r>
                        <a:rPr lang="en-IN" sz="3200" dirty="0"/>
                        <a:t>CULT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75,000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676754"/>
                  </a:ext>
                </a:extLst>
              </a:tr>
              <a:tr h="479970">
                <a:tc>
                  <a:txBody>
                    <a:bodyPr/>
                    <a:lstStyle/>
                    <a:p>
                      <a:r>
                        <a:rPr lang="en-IN" sz="3200" dirty="0"/>
                        <a:t>SMASH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VOUCHERS(80,000)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786615"/>
                  </a:ext>
                </a:extLst>
              </a:tr>
              <a:tr h="479970">
                <a:tc>
                  <a:txBody>
                    <a:bodyPr/>
                    <a:lstStyle/>
                    <a:p>
                      <a:r>
                        <a:rPr lang="en-IN" sz="3200" dirty="0"/>
                        <a:t>RAVISH BIT ALUMINI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146250"/>
                  </a:ext>
                </a:extLst>
              </a:tr>
              <a:tr h="479970">
                <a:tc>
                  <a:txBody>
                    <a:bodyPr/>
                    <a:lstStyle/>
                    <a:p>
                      <a:r>
                        <a:rPr lang="en-IN" sz="3200" dirty="0"/>
                        <a:t>MR. PARMESH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15,000(FASHION SHOW)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46995"/>
                  </a:ext>
                </a:extLst>
              </a:tr>
              <a:tr h="479970">
                <a:tc>
                  <a:txBody>
                    <a:bodyPr/>
                    <a:lstStyle/>
                    <a:p>
                      <a:r>
                        <a:rPr lang="en-IN" sz="3200" dirty="0"/>
                        <a:t>VH1 &amp; MTV BEATS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MEDIA PARTNER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271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898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0AAE-D51D-4464-B6E5-B0FE9900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CONFIRMATION DUE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9B17B-CC99-4E16-8F87-BEB345D8D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792225"/>
              </p:ext>
            </p:extLst>
          </p:nvPr>
        </p:nvGraphicFramePr>
        <p:xfrm>
          <a:off x="752012" y="1763481"/>
          <a:ext cx="10687975" cy="4467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7975">
                  <a:extLst>
                    <a:ext uri="{9D8B030D-6E8A-4147-A177-3AD203B41FA5}">
                      <a16:colId xmlns:a16="http://schemas.microsoft.com/office/drawing/2014/main" val="913506838"/>
                    </a:ext>
                  </a:extLst>
                </a:gridCol>
              </a:tblGrid>
              <a:tr h="74458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                                      </a:t>
                      </a:r>
                      <a:r>
                        <a:rPr lang="en-IN" sz="3600" dirty="0"/>
                        <a:t>COMPANY NAME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11099"/>
                  </a:ext>
                </a:extLst>
              </a:tr>
              <a:tr h="744584">
                <a:tc>
                  <a:txBody>
                    <a:bodyPr/>
                    <a:lstStyle/>
                    <a:p>
                      <a:r>
                        <a:rPr lang="en-IN" sz="3600" dirty="0"/>
                        <a:t>ACE ENGINEERING ACADEMY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566019"/>
                  </a:ext>
                </a:extLst>
              </a:tr>
              <a:tr h="744584">
                <a:tc>
                  <a:txBody>
                    <a:bodyPr/>
                    <a:lstStyle/>
                    <a:p>
                      <a:r>
                        <a:rPr lang="en-IN" sz="3600" dirty="0"/>
                        <a:t>UNLIMITED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369615"/>
                  </a:ext>
                </a:extLst>
              </a:tr>
              <a:tr h="744584">
                <a:tc>
                  <a:txBody>
                    <a:bodyPr/>
                    <a:lstStyle/>
                    <a:p>
                      <a:r>
                        <a:rPr lang="en-IN" sz="3600" dirty="0"/>
                        <a:t>DURATEK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844552"/>
                  </a:ext>
                </a:extLst>
              </a:tr>
              <a:tr h="744584">
                <a:tc>
                  <a:txBody>
                    <a:bodyPr/>
                    <a:lstStyle/>
                    <a:p>
                      <a:r>
                        <a:rPr lang="en-IN" sz="3600" dirty="0"/>
                        <a:t>WE-LIKE (SOCIAL MEDIA APP)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486518"/>
                  </a:ext>
                </a:extLst>
              </a:tr>
              <a:tr h="744584">
                <a:tc>
                  <a:txBody>
                    <a:bodyPr/>
                    <a:lstStyle/>
                    <a:p>
                      <a:r>
                        <a:rPr lang="en-IN" sz="3600" dirty="0"/>
                        <a:t>VIVO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40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79C6-7A91-4858-9FBF-F42C207AC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740" y="178694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/>
              <a:t>APPROACHING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EFAF98CD-2E85-4E97-8998-BF66E07805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857849"/>
              </p:ext>
            </p:extLst>
          </p:nvPr>
        </p:nvGraphicFramePr>
        <p:xfrm>
          <a:off x="372862" y="137159"/>
          <a:ext cx="10813002" cy="6469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6964">
                  <a:extLst>
                    <a:ext uri="{9D8B030D-6E8A-4147-A177-3AD203B41FA5}">
                      <a16:colId xmlns:a16="http://schemas.microsoft.com/office/drawing/2014/main" val="95767551"/>
                    </a:ext>
                  </a:extLst>
                </a:gridCol>
                <a:gridCol w="5126038">
                  <a:extLst>
                    <a:ext uri="{9D8B030D-6E8A-4147-A177-3AD203B41FA5}">
                      <a16:colId xmlns:a16="http://schemas.microsoft.com/office/drawing/2014/main" val="4272032521"/>
                    </a:ext>
                  </a:extLst>
                </a:gridCol>
              </a:tblGrid>
              <a:tr h="296219">
                <a:tc>
                  <a:txBody>
                    <a:bodyPr/>
                    <a:lstStyle/>
                    <a:p>
                      <a:r>
                        <a:rPr lang="en-IN" dirty="0"/>
                        <a:t>FOLLOWING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FOLLOWING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867624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S D M Traders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Zener Systems Private Limited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1724685381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LIPI Data Systems Limited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Sudhir Papers Limited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4143551498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Titan Enterprisers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NM Tronics India Private Limited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2681542027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Drying cloth hangers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First Step Fashion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4041269817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Deccaan Engineer India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Longitude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3527111174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Sterling Solutions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Aditya Electronics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813575487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Bindu Foods And Spice Pvt. Ltd.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MLJ Granites Private Limited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2062293568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Pji Gems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Elnino Enterprises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3365624602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Jasper Industries Private Limited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Alfa Carpeting company Pvt. Ltd.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3718641343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City Stationers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Universal Constore Private Limited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200651278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Royal Hardware &amp; Tools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dirty="0" err="1">
                          <a:solidFill>
                            <a:srgbClr val="000000"/>
                          </a:solidFill>
                          <a:effectLst/>
                        </a:rPr>
                        <a:t>Aashi</a:t>
                      </a:r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 Infosystems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1777512386"/>
                  </a:ext>
                </a:extLst>
              </a:tr>
              <a:tr h="222164">
                <a:tc>
                  <a:txBody>
                    <a:bodyPr/>
                    <a:lstStyle/>
                    <a:p>
                      <a:pPr rtl="0" fontAlgn="b"/>
                      <a:r>
                        <a:rPr lang="en-IN" dirty="0" err="1">
                          <a:solidFill>
                            <a:srgbClr val="000000"/>
                          </a:solidFill>
                          <a:effectLst/>
                        </a:rPr>
                        <a:t>Sumans</a:t>
                      </a:r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 Video Colour Lab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Aman Trading Company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4135163822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Collections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Khaja Hospitality Services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4230175258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Anita Raheja Porcelain Art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Pragmatic Labs Private Limited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3206058800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Quality Sweet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Sango Shoes Shop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3372921622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Esteem Marketing Agency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Skanda Century Foods Private Limited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791004795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Southern Travels Private Limited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3M India - Healthcare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3910819084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Mars Passion For Fashion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Indian Motorcycle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1559263274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 International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Automation Southern India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2545487373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Sterling Estates India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Balanoor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 Plantations And Industries Limited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2762143582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Shiva Notebook Manufacturer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Spectrum Control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946033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091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8E547-5E4A-454A-8E9A-A41B9EFB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361" y="881425"/>
            <a:ext cx="12653865" cy="5643789"/>
          </a:xfrm>
        </p:spPr>
        <p:txBody>
          <a:bodyPr>
            <a:normAutofit/>
          </a:bodyPr>
          <a:lstStyle/>
          <a:p>
            <a:r>
              <a:rPr lang="en-IN" sz="15000" dirty="0">
                <a:latin typeface="Bahnschrift Condensed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99938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260</Words>
  <Application>Microsoft Office PowerPoint</Application>
  <PresentationFormat>Widescreen</PresentationFormat>
  <Paragraphs>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Bahnschrift Condensed</vt:lpstr>
      <vt:lpstr>Calibri</vt:lpstr>
      <vt:lpstr>Tw Cen MT</vt:lpstr>
      <vt:lpstr>Tw Cen MT Condensed</vt:lpstr>
      <vt:lpstr>Wingdings 3</vt:lpstr>
      <vt:lpstr>Integral</vt:lpstr>
      <vt:lpstr>MANTHAN 2019</vt:lpstr>
      <vt:lpstr>PowerPoint Presentation</vt:lpstr>
      <vt:lpstr>      CONFIRMED SPONSORS</vt:lpstr>
      <vt:lpstr>CONFIRMATION DUE</vt:lpstr>
      <vt:lpstr>APPROACHING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MANTHNA  K</dc:title>
  <dc:creator>Rohan Verma</dc:creator>
  <cp:lastModifiedBy>Rohan Verma</cp:lastModifiedBy>
  <cp:revision>12</cp:revision>
  <dcterms:created xsi:type="dcterms:W3CDTF">2019-04-08T04:55:18Z</dcterms:created>
  <dcterms:modified xsi:type="dcterms:W3CDTF">2019-04-08T08:41:42Z</dcterms:modified>
</cp:coreProperties>
</file>